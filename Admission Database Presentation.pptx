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13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ADMISSION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MySQL database for managing student admissions,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qualifications, documents, and enrollment.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Presented by: Cedric Ahabwe | Gillian Kanyesigye | Chris Nyangoma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6E8"/>
                </a:solidFill>
              </a:rPr>
              <a:t>Course: Database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8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built in MySQL Workbench to manage the full university admission lifecycle.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applications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enrollment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qualifications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decisions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8E8"/>
          </a:solidFill>
          <a:ln w="12700">
            <a:solidFill>
              <a:srgbClr val="FFE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handle thousands of applicants each year. A structured database ensures: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duplication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status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reporting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record keeping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300"/>
                </a:solidFill>
              </a:rPr>
              <a:t>6 tables | admissions_db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0572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61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29557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faculty, degree level, slots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4937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096262"/>
            <a:ext cx="246888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contact, nationality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33975"/>
            <a:ext cx="2468880" cy="331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847157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certificate type, grades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4368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750058"/>
            <a:ext cx="24688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transcripts, certificates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3299781"/>
            <a:ext cx="2468880" cy="218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applicant to program +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08508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" y="4404701"/>
            <a:ext cx="2468880" cy="352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decision, student ID, intake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501D03C-06B5-432F-9BCF-58CB7B8F0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1086092"/>
            <a:ext cx="3143104" cy="16435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FDC6A7-FB3C-ABB2-145C-E5D0C4FF1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101801"/>
            <a:ext cx="3143104" cy="17108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BACB7F5-80E5-CDFF-C630-A46F20745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489" y="1086092"/>
            <a:ext cx="3145608" cy="16177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</a:rPr>
              <a:t>All relationships use FOREIGN KEY with ON DELETE CASCADE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9BBB4D-EE5B-9DF9-17CA-56683A4EF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575" y="1040364"/>
            <a:ext cx="6281530" cy="3531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760720" y="1005840"/>
            <a:ext cx="301752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8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0" y="1005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3A6B"/>
                </a:solidFill>
              </a:rPr>
              <a:t>3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576072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Applicants enrolled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5760720" y="2377440"/>
            <a:ext cx="3017520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23774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0392B"/>
                </a:solidFill>
              </a:rPr>
              <a:t>2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576072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Students admitted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60720" y="3749040"/>
            <a:ext cx="3017520" cy="1188720"/>
          </a:xfrm>
          <a:prstGeom prst="rect">
            <a:avLst/>
          </a:prstGeom>
          <a:solidFill>
            <a:srgbClr val="F0FFF4"/>
          </a:solidFill>
          <a:ln w="12700">
            <a:solidFill>
              <a:srgbClr val="C0E8D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3749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7377"/>
                </a:solidFill>
              </a:rPr>
              <a:t>3</a:t>
            </a:r>
            <a:endParaRPr lang="en-US" sz="4800" dirty="0"/>
          </a:p>
        </p:txBody>
      </p:sp>
      <p:sp>
        <p:nvSpPr>
          <p:cNvPr id="16" name="Text 12"/>
          <p:cNvSpPr/>
          <p:nvPr/>
        </p:nvSpPr>
        <p:spPr>
          <a:xfrm>
            <a:off x="576072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Programs available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8F8C81-8550-8A48-A0E2-66D17B573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4" y="1172484"/>
            <a:ext cx="5435291" cy="2958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09728" cy="11887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View All Applicants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Applicants;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282C1B-8ED3-518C-64E4-4FB6B884D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92" y="2709458"/>
            <a:ext cx="6982799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4A3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2344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normalized tables </a:t>
            </a:r>
            <a:r>
              <a:rPr lang="en-US" sz="14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the full admission lifecycle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</a:t>
            </a:r>
            <a:r>
              <a:rPr lang="en-US" sz="14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data integrity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constraints </a:t>
            </a:r>
            <a:r>
              <a:rPr lang="en-US" sz="14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status tracking (Pending / Admitted)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queries </a:t>
            </a:r>
            <a:r>
              <a:rPr lang="en-US" sz="14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meaningful data retrieval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6E8"/>
                </a:solidFill>
              </a:rPr>
              <a:t>University Admission Database System  |  MySQL Workbench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236</Words>
  <Application>Microsoft Office PowerPoint</Application>
  <PresentationFormat>On-screen Show (16:9)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Admission Database System</dc:title>
  <dc:subject>PptxGenJS Presentation</dc:subject>
  <dc:creator>PptxGenJS</dc:creator>
  <cp:lastModifiedBy>PAEL 1</cp:lastModifiedBy>
  <cp:revision>3</cp:revision>
  <dcterms:created xsi:type="dcterms:W3CDTF">2026-05-05T12:24:38Z</dcterms:created>
  <dcterms:modified xsi:type="dcterms:W3CDTF">2026-05-05T14:00:40Z</dcterms:modified>
</cp:coreProperties>
</file>