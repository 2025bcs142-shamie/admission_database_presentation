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55" autoAdjust="0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57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8134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ADMISSION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kern="0" spc="30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MySQL database for managing student admissions,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programs, qualifications, documents, and enrollment.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D6E8"/>
                </a:solidFill>
              </a:rPr>
              <a:t>BY:NANZIRI SHAMIRAH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C8D6E8"/>
                </a:solidFill>
              </a:rPr>
              <a:t>2025/BCS/142/PS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INTRODUCTION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E8F4FD"/>
          </a:solidFill>
          <a:ln w="12700">
            <a:solidFill>
              <a:srgbClr val="D0E8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relational database built in MySQL Workbench to manage the full university admission lifecycle.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covers: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applications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enrollment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qualifications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tracking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decisions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FFF8E8"/>
          </a:solidFill>
          <a:ln w="12700">
            <a:solidFill>
              <a:srgbClr val="FFE0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2344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system?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Universities handle thousands of applicants each year. A structured database ensures: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duplication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status tracking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reporting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Organized record keeping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0" y="228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4A300"/>
                </a:solidFill>
              </a:rPr>
              <a:t>6 tables | admissions_db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743200" cy="370572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26187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1629557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Courses, faculty, degree level, slots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84937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2096262"/>
            <a:ext cx="2468880" cy="4320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info, contact, nationality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533975"/>
            <a:ext cx="2468880" cy="331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847157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School, certificate type, grades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2436876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2750058"/>
            <a:ext cx="246888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transcripts, certificates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2971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" y="3299781"/>
            <a:ext cx="2468880" cy="2180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applicant to program + status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085081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11480" y="4404701"/>
            <a:ext cx="2468880" cy="352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decision, student ID, intake</a:t>
            </a:r>
            <a:endParaRPr lang="en-US" sz="12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501D03C-06B5-432F-9BCF-58CB7B8F0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1" y="1086092"/>
            <a:ext cx="3143104" cy="164351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AFDC6A7-FB3C-ABB2-145C-E5D0C4FF1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3101801"/>
            <a:ext cx="3143104" cy="171086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BACB7F5-80E5-CDFF-C630-A46F20745C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489" y="1086092"/>
            <a:ext cx="3145608" cy="16177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RELATIONSHIPS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4663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C9BBB4D-EE5B-9DF9-17CA-56683A4EF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575" y="1040364"/>
            <a:ext cx="6281530" cy="35316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5760720" y="1005840"/>
            <a:ext cx="3017520" cy="1188720"/>
          </a:xfrm>
          <a:prstGeom prst="rect">
            <a:avLst/>
          </a:prstGeom>
          <a:solidFill>
            <a:srgbClr val="E8F4FD"/>
          </a:solidFill>
          <a:ln w="12700">
            <a:solidFill>
              <a:srgbClr val="D0E8F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760720" y="10058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B3A6B"/>
                </a:solidFill>
              </a:rPr>
              <a:t>3</a:t>
            </a:r>
            <a:endParaRPr lang="en-US" sz="4800" dirty="0"/>
          </a:p>
        </p:txBody>
      </p:sp>
      <p:sp>
        <p:nvSpPr>
          <p:cNvPr id="10" name="Text 6"/>
          <p:cNvSpPr/>
          <p:nvPr/>
        </p:nvSpPr>
        <p:spPr>
          <a:xfrm>
            <a:off x="5760720" y="16459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Applicants enrolled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5760720" y="2377440"/>
            <a:ext cx="3017520" cy="1188720"/>
          </a:xfrm>
          <a:prstGeom prst="rect">
            <a:avLst/>
          </a:prstGeom>
          <a:solidFill>
            <a:srgbClr val="FFF0F0"/>
          </a:solidFill>
          <a:ln w="12700">
            <a:solidFill>
              <a:srgbClr val="FFD0D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760720" y="23774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C0392B"/>
                </a:solidFill>
              </a:rPr>
              <a:t>2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5760720" y="3017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Students admitted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760720" y="3749040"/>
            <a:ext cx="3017520" cy="1188720"/>
          </a:xfrm>
          <a:prstGeom prst="rect">
            <a:avLst/>
          </a:prstGeom>
          <a:solidFill>
            <a:srgbClr val="F0FFF4"/>
          </a:solidFill>
          <a:ln w="12700">
            <a:solidFill>
              <a:srgbClr val="C0E8D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760720" y="37490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7377"/>
                </a:solidFill>
              </a:rPr>
              <a:t>3</a:t>
            </a:r>
            <a:endParaRPr lang="en-US" sz="4800" dirty="0"/>
          </a:p>
        </p:txBody>
      </p:sp>
      <p:sp>
        <p:nvSpPr>
          <p:cNvPr id="16" name="Text 12"/>
          <p:cNvSpPr/>
          <p:nvPr/>
        </p:nvSpPr>
        <p:spPr>
          <a:xfrm>
            <a:off x="5760720" y="4389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Programs available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8F8C81-8550-8A48-A0E2-66D17B573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04" y="1172484"/>
            <a:ext cx="5435291" cy="29585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SQL QUERIES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85953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51560"/>
            <a:ext cx="109728" cy="1188720"/>
          </a:xfrm>
          <a:prstGeom prst="rect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</a:rPr>
              <a:t>View All Applicants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Applicants;</a:t>
            </a:r>
            <a:endParaRPr lang="en-US" sz="11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7282C1B-8ED3-518C-64E4-4FB6B884D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92" y="2709458"/>
            <a:ext cx="6982799" cy="14956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9144000" cy="19431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kern="0" spc="400" dirty="0">
                <a:solidFill>
                  <a:srgbClr val="F4A300"/>
                </a:solidFill>
              </a:rPr>
              <a:t>CONCLUSION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371600" y="123444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Finally, the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universitty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Admission Database  system  is a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practical,well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-structured solution to the challenges of managing university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admissions.with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six normalized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tables,foreign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 relationships ,status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tracking,and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meaningful JOIN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Qurries,this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system is ready to support a real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universityadmission</a:t>
            </a: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office.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3375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Thank You!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233</Words>
  <Application>Microsoft Office PowerPoint</Application>
  <PresentationFormat>On-screen Show (16:9)</PresentationFormat>
  <Paragraphs>58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Admission Database System</dc:title>
  <dc:subject>PptxGenJS Presentation</dc:subject>
  <dc:creator>PptxGenJS</dc:creator>
  <cp:lastModifiedBy>PAEL 1</cp:lastModifiedBy>
  <cp:revision>10</cp:revision>
  <dcterms:created xsi:type="dcterms:W3CDTF">2026-05-05T12:24:38Z</dcterms:created>
  <dcterms:modified xsi:type="dcterms:W3CDTF">2026-05-06T21:32:01Z</dcterms:modified>
</cp:coreProperties>
</file>